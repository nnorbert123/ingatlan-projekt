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2286000"/>
            <a:ext cx="7315200" cy="7315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8229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IngatlanKínálat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38912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Magyar ingatlan hirdető weboldal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288036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·  Node.js  ·  MySQL  ·  nginx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3456432"/>
            <a:ext cx="2148840" cy="658368"/>
          </a:xfrm>
          <a:prstGeom prst="rect">
            <a:avLst/>
          </a:prstGeom>
          <a:solidFill>
            <a:srgbClr val="243058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3456432"/>
            <a:ext cx="45720" cy="658368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P.V.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3794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70632" y="3456432"/>
            <a:ext cx="2148840" cy="658368"/>
          </a:xfrm>
          <a:prstGeom prst="rect">
            <a:avLst/>
          </a:prstGeom>
          <a:solidFill>
            <a:srgbClr val="243058"/>
          </a:solidFill>
          <a:ln/>
        </p:spPr>
      </p:sp>
      <p:sp>
        <p:nvSpPr>
          <p:cNvPr id="13" name="Shape 11"/>
          <p:cNvSpPr/>
          <p:nvPr/>
        </p:nvSpPr>
        <p:spPr>
          <a:xfrm>
            <a:off x="2770632" y="3456432"/>
            <a:ext cx="4572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898648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98648" y="3794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02352" y="3456432"/>
            <a:ext cx="2148840" cy="658368"/>
          </a:xfrm>
          <a:prstGeom prst="rect">
            <a:avLst/>
          </a:prstGeom>
          <a:solidFill>
            <a:srgbClr val="243058"/>
          </a:solidFill>
          <a:ln/>
        </p:spPr>
      </p:sp>
      <p:sp>
        <p:nvSpPr>
          <p:cNvPr id="17" name="Shape 15"/>
          <p:cNvSpPr/>
          <p:nvPr/>
        </p:nvSpPr>
        <p:spPr>
          <a:xfrm>
            <a:off x="5102352" y="3456432"/>
            <a:ext cx="45720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5230368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30368" y="3794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44074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www.ingatlan-projekt.com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C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1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Mire jó ez az oldal?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8046720" cy="45720"/>
          </a:xfrm>
          <a:prstGeom prst="rect">
            <a:avLst/>
          </a:prstGeom>
          <a:solidFill>
            <a:srgbClr val="0C13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081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13898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Ingatlan keresés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1773936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Szűrhetsz típus, város, ár és méret szerint. Megnézed a képeket, az adatokat, és ha érdekel, üzenetet küldesz a hirdetőnek.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151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📢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98448" y="25968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Hirdetés feladás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98448" y="2980944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Regisztráció után fel tudod adni a saját hirdetésedet. 5 lépésen megy végig: alapadatok, részletek, helyszín, képek, összesítés.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221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98448" y="380390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Üzenetküldés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98448" y="4187952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oldalon belül tudsz üzenetet küldeni a hirdetőnek. Nincs szükség külső emailre vagy telefonszámra.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Keresés és böngészés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főoldalon egy kereső van, amit rögtön be lehet állítani.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3931920" cy="3547872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53312"/>
            <a:ext cx="3931920" cy="4572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44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Szűrők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28016" cy="128016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65376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Eladó  /  Kiadó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395728"/>
            <a:ext cx="128016" cy="128016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40864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Típus: lakás, ház, telek, iroda, garázs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871216"/>
            <a:ext cx="128016" cy="128016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16352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Város, kerület, irányítószám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346704"/>
            <a:ext cx="128016" cy="128016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91840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és maximum ár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822192"/>
            <a:ext cx="128016" cy="128016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67328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Alapterület és szobaszám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4297680"/>
            <a:ext cx="128016" cy="128016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42816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Állapot: új, felújított, felújítandó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353312"/>
            <a:ext cx="3931920" cy="1664208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353312"/>
            <a:ext cx="39319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4447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látsz a kártyákon: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188366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5084064" y="18288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Főkép, ár (pl. 85 000 000 Ft), típus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223113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5084064" y="21762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Város, cím, méret, szobaszám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257860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5084064" y="25237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FOGLALT jelzés ha lefoglalva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145536"/>
            <a:ext cx="3931920" cy="1755648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145536"/>
            <a:ext cx="3931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23697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Technikai háttér: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92040" y="36576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084064" y="360273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Lapozás: 9 ingatlan/oldal (pagination)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92040" y="400507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084064" y="39502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szinkron: ?varos=Budapest beolvasva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92040" y="435254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084064" y="42976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Videós háttér a főoldalon (autoplay)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92040" y="470001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5084064" y="464515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loading amíg tölt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C13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 ingatlan oldala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9264"/>
            <a:ext cx="54864" cy="1207008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042416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Képgaléria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" y="1371600"/>
            <a:ext cx="3895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kép egymás után. Kattintásra teljes képernyős nézet nyílik — nyilakkal lapozható, ESC-pel bezárható (pl. 2/5 számlálóval).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69264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9264"/>
            <a:ext cx="54864" cy="1207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992624" y="1042416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Adatlap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92624" y="1371600"/>
            <a:ext cx="3895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Ár, alapterület, szobák, fürdők, emelet, építési év, állapot, összkomfort, extra jellemzők (JSON mező).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22576"/>
            <a:ext cx="54864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239572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Extrák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" y="2724912"/>
            <a:ext cx="3895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Parkolás, lift, erkély, légkondicionáló, medence, szauna, jacuzzi, riasztó, padlófűtés, bútorozva — checkbox alapon tárolva.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322576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322576"/>
            <a:ext cx="54864" cy="1207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992624" y="239572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Kedvencnek mentés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92624" y="2724912"/>
            <a:ext cx="3895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Szívecske ikonra kattintva API hívás megy, toast visszajelzés jelenik meg.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75888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75888"/>
            <a:ext cx="54864" cy="1207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374904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Üzenetküldés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" y="4078224"/>
            <a:ext cx="3895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MessageModal komponens nyílik meg az ingatlan oldaláról, nem kell máshova navigálni.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675888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75888"/>
            <a:ext cx="54864" cy="1207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92624" y="374904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Google Maps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92624" y="4078224"/>
            <a:ext cx="3895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koordinátákból dinamikusan generált Maps URL, új lapon nyílik meg.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solidFill>
            <a:srgbClr val="24305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463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FOGLALT badge: ha lefoglalt az ingatlan, piros sávban jelenik meg a dátummal együtt.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Hirdetés feladás — 5 lépéses wizard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lépésnél validálás van — nem lehet továbblépni hiányos adatokkal.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01952" y="171907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" y="1207008"/>
            <a:ext cx="1572768" cy="3730752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207008"/>
            <a:ext cx="1572768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316736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316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2608" y="193852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Alapadatok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2377440"/>
            <a:ext cx="91440" cy="9144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304288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Hirdetés címe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" y="2852928"/>
            <a:ext cx="91440" cy="9144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779776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Leírás (szöveges)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" y="3328416"/>
            <a:ext cx="91440" cy="9144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25526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Típus: lakás/ház/telek/iroda/garázs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" y="3803904"/>
            <a:ext cx="91440" cy="9144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730752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Tranzakció: eladó / kiadó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" y="4279392"/>
            <a:ext cx="91440" cy="9144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206240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 + pénznem (HUF/EUR/USD)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21024" y="171907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011680" y="1207008"/>
            <a:ext cx="1572768" cy="3730752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0" y="1207008"/>
            <a:ext cx="157276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2523744" y="131673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2523744" y="1316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011680" y="193852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Részletek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94560" y="23774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2340864" y="2304288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Alapterület (m²)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94560" y="28529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2340864" y="2779776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Szobák és fürdők száma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194560" y="332841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2340864" y="325526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Emelet, építési év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94560" y="380390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2340864" y="3730752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Állapot (új/felújított/felújítandó)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94560" y="42793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2340864" y="4206240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Összkomfort checkbox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340096" y="171907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730752" y="1207008"/>
            <a:ext cx="1572768" cy="3730752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730752" y="1207008"/>
            <a:ext cx="1572768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0" name="Shape 38"/>
          <p:cNvSpPr/>
          <p:nvPr/>
        </p:nvSpPr>
        <p:spPr>
          <a:xfrm>
            <a:off x="4242816" y="1316736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4242816" y="1316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730752" y="193852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Helyszín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913632" y="237744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4" name="Text 42"/>
          <p:cNvSpPr/>
          <p:nvPr/>
        </p:nvSpPr>
        <p:spPr>
          <a:xfrm>
            <a:off x="4059936" y="2304288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Város *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913632" y="2852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4059936" y="2779776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Kerület / megye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913632" y="332841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8" name="Text 46"/>
          <p:cNvSpPr/>
          <p:nvPr/>
        </p:nvSpPr>
        <p:spPr>
          <a:xfrm>
            <a:off x="4059936" y="325526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Irányítószám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913632" y="380390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4059936" y="3730752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Utca és házszám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059168" y="171907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449824" y="1207008"/>
            <a:ext cx="1572768" cy="3730752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449824" y="1207008"/>
            <a:ext cx="157276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4" name="Shape 52"/>
          <p:cNvSpPr/>
          <p:nvPr/>
        </p:nvSpPr>
        <p:spPr>
          <a:xfrm>
            <a:off x="5961888" y="1316736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5" name="Text 53"/>
          <p:cNvSpPr/>
          <p:nvPr/>
        </p:nvSpPr>
        <p:spPr>
          <a:xfrm>
            <a:off x="5961888" y="1316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5449824" y="193852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Képek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632704" y="237744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8" name="Text 56"/>
          <p:cNvSpPr/>
          <p:nvPr/>
        </p:nvSpPr>
        <p:spPr>
          <a:xfrm>
            <a:off x="5779008" y="2304288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feltöltés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632704" y="285292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0" name="Text 58"/>
          <p:cNvSpPr/>
          <p:nvPr/>
        </p:nvSpPr>
        <p:spPr>
          <a:xfrm>
            <a:off x="5779008" y="2779776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Sorrend módosítás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632704" y="3328416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2" name="Text 60"/>
          <p:cNvSpPr/>
          <p:nvPr/>
        </p:nvSpPr>
        <p:spPr>
          <a:xfrm>
            <a:off x="5779008" y="325526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Kép előnézet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632704" y="380390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4" name="Text 62"/>
          <p:cNvSpPr/>
          <p:nvPr/>
        </p:nvSpPr>
        <p:spPr>
          <a:xfrm>
            <a:off x="5779008" y="3730752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Főkép kijelölés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168896" y="1207008"/>
            <a:ext cx="1572768" cy="3730752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168896" y="1207008"/>
            <a:ext cx="1572768" cy="54864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67" name="Shape 65"/>
          <p:cNvSpPr/>
          <p:nvPr/>
        </p:nvSpPr>
        <p:spPr>
          <a:xfrm>
            <a:off x="7680960" y="1316736"/>
            <a:ext cx="548640" cy="54864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8" name="Text 66"/>
          <p:cNvSpPr/>
          <p:nvPr/>
        </p:nvSpPr>
        <p:spPr>
          <a:xfrm>
            <a:off x="7680960" y="1316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7168896" y="193852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Összesítés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351776" y="2377440"/>
            <a:ext cx="91440" cy="9144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71" name="Text 69"/>
          <p:cNvSpPr/>
          <p:nvPr/>
        </p:nvSpPr>
        <p:spPr>
          <a:xfrm>
            <a:off x="7498080" y="2304288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Összes adat review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351776" y="2852928"/>
            <a:ext cx="91440" cy="9144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73" name="Text 71"/>
          <p:cNvSpPr/>
          <p:nvPr/>
        </p:nvSpPr>
        <p:spPr>
          <a:xfrm>
            <a:off x="7498080" y="2779776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 formázva (HUF)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351776" y="3328416"/>
            <a:ext cx="91440" cy="9144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75" name="Text 73"/>
          <p:cNvSpPr/>
          <p:nvPr/>
        </p:nvSpPr>
        <p:spPr>
          <a:xfrm>
            <a:off x="7498080" y="325526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Véglegesítés gomb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351776" y="3803904"/>
            <a:ext cx="91440" cy="9144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77" name="Text 75"/>
          <p:cNvSpPr/>
          <p:nvPr/>
        </p:nvSpPr>
        <p:spPr>
          <a:xfrm>
            <a:off x="7498080" y="3730752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Sikeres feladás visszajelzés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C13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Üzenetrendszer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üzenetváltás az oldalon belül zajlik, nincs szükség külső platformra.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931920" cy="373075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3291840" cy="530352"/>
          </a:xfrm>
          <a:prstGeom prst="roundRect">
            <a:avLst>
              <a:gd name="adj" fmla="val 22414"/>
            </a:avLst>
          </a:prstGeom>
          <a:solidFill>
            <a:srgbClr val="243058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517904"/>
            <a:ext cx="3035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Sziasztok! Mikor nézhető meg?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2176272"/>
            <a:ext cx="3291840" cy="530352"/>
          </a:xfrm>
          <a:prstGeom prst="roundRect">
            <a:avLst>
              <a:gd name="adj" fmla="val 22414"/>
            </a:avLst>
          </a:prstGeom>
          <a:solidFill>
            <a:srgbClr val="2E86DE"/>
          </a:solidFill>
          <a:ln/>
        </p:spPr>
      </p:sp>
      <p:sp>
        <p:nvSpPr>
          <p:cNvPr id="9" name="Text 7"/>
          <p:cNvSpPr/>
          <p:nvPr/>
        </p:nvSpPr>
        <p:spPr>
          <a:xfrm>
            <a:off x="1499616" y="2231136"/>
            <a:ext cx="3035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Holnap 17:00 jó lenne.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89504"/>
            <a:ext cx="3291840" cy="530352"/>
          </a:xfrm>
          <a:prstGeom prst="roundRect">
            <a:avLst>
              <a:gd name="adj" fmla="val 22414"/>
            </a:avLst>
          </a:prstGeom>
          <a:solidFill>
            <a:srgbClr val="243058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944368"/>
            <a:ext cx="3035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Remek, akkor jövünk!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602736"/>
            <a:ext cx="3291840" cy="530352"/>
          </a:xfrm>
          <a:prstGeom prst="roundRect">
            <a:avLst>
              <a:gd name="adj" fmla="val 22414"/>
            </a:avLst>
          </a:prstGeom>
          <a:solidFill>
            <a:srgbClr val="2E86DE"/>
          </a:solidFill>
          <a:ln/>
        </p:spPr>
      </p:sp>
      <p:sp>
        <p:nvSpPr>
          <p:cNvPr id="13" name="Text 11"/>
          <p:cNvSpPr/>
          <p:nvPr/>
        </p:nvSpPr>
        <p:spPr>
          <a:xfrm>
            <a:off x="1499616" y="3657600"/>
            <a:ext cx="3035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Várjuk! 📍 II. ker., Fő utca 12.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553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mp-es auto-frissítés (setInterval polling)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207008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207008"/>
            <a:ext cx="54864" cy="658368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7" name="Text 15"/>
          <p:cNvSpPr/>
          <p:nvPr/>
        </p:nvSpPr>
        <p:spPr>
          <a:xfrm>
            <a:off x="4882896" y="126187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paneles layout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82896" y="15361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oldal: partnerek listája. Jobb oldal: az üzenetváltás.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956816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5681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201168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Beérkező / Elküldött nézet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2896" y="228600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Külön tabban látod a beérkező és a kimenő üzeneteket.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706624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706624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882896" y="276148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értesítő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82896" y="30358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Nodemailer: ha új üzenet érkezik, a felhasználó emailt kap.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456432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456432"/>
            <a:ext cx="54864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4882896" y="3511296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82896" y="378561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torolt_kuldo / torolt_fogado mezők a DB-ben — mindkét félnek külön.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20624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420624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882896" y="426110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Olvasatlan jelzés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82896" y="453542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az olvasatlan üzeneteken, időbélyeg megjelenítéssel.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Fiók és vezérlőpult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4005072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Regisztráció &amp; Belépés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591056"/>
            <a:ext cx="155448" cy="1554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48132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Regisztráció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" y="17373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Név, email, jelszó megadása, majd megerősítő email küldés (nodemailer)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231136"/>
            <a:ext cx="155448" cy="1554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12140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autentikáció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" y="23774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napos token, localStorage-ban tárolva, AuthContext kezeli Reactban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871216"/>
            <a:ext cx="155448" cy="1554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276148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Jelszó visszaállítás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9536" y="301752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alapú reset: token generálás, lejárat, új jelszó beállítás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511296"/>
            <a:ext cx="155448" cy="1554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340156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Profilkép feltöltés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" y="36576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middleware fogadja, előnézet jelenik meg, URL kerül vissza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4151376"/>
            <a:ext cx="155448" cy="1554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404164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9536" y="429768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Bejelentkezés nélkül a védett oldalak /bejelentkezes-re irányítják a usert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914400"/>
            <a:ext cx="3931920" cy="4005072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9144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0058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Hirdető vezérlőpult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591056"/>
            <a:ext cx="155448" cy="15544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6" name="Text 24"/>
          <p:cNvSpPr/>
          <p:nvPr/>
        </p:nvSpPr>
        <p:spPr>
          <a:xfrm>
            <a:off x="5157216" y="148132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hirdetések listája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57216" y="17373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Kártyás nézet, státuszjelzésekkel (aktív / inaktív / foglalt)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231136"/>
            <a:ext cx="155448" cy="1554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5157216" y="212140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Foglalás / feloldás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57216" y="23774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és unreserve API endpoint, dátum eltárolva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871216"/>
            <a:ext cx="155448" cy="1554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5157216" y="276148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Aktiválás / deaktiválás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57216" y="301752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Láthatóság be/ki kapcsolható egy gombbal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511296"/>
            <a:ext cx="155448" cy="1554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5157216" y="340156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Szerkesztés és törlés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57216" y="36576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window.confirm megerősítés, utána azonnali lista frissítés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4151376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5157216" y="404164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Megtekintések száma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57216" y="429768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views_count mező az adatbázisban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C13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Kedvencek  ·  Értesítések  ·  Admin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2560320" cy="40599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59536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5097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Kedvencek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44475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389888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Szívecske gomb minden kártyán és az ingatlan oldalán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01168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956816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Elmentett ingatlanok egy külön Kedvencek oldalon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5786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523744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Eltávolítható egy kattintással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14553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090672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Bejelentkezés szükséges hozzá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657600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GET/POST/DELETE /api/favorites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859536"/>
            <a:ext cx="2560320" cy="40599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859536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95097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Értesítések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01568" y="14447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602736" y="1389888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küldés új üzenetnél (nodemailer)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01568" y="20116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602736" y="1956816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Csengő ikon a navbarban, badge az olvasatlanokra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01568" y="25786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602736" y="2523744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mp-es polling (setInterval)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01568" y="314553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602736" y="3090672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Összes olvasottnak jelölhető egyszerre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3712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602736" y="3657600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Egyenként is törölhető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859536"/>
            <a:ext cx="2560320" cy="40599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859536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6236208" y="95097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 felület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6208" y="1444752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6437376" y="1389888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tab: összes hirdetés, keresés, felfüggesztés okkal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36208" y="2011680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6437376" y="1956816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tab: felfüggesztett hirdetések listája, visszaállítás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36208" y="2578608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6437376" y="2523744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tab: felhasználók, szerepkör módosítás, jelszó reset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36208" y="3145536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6437376" y="3090672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fiókot az admin sem tudja törölni (isSelf check)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36208" y="3712464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6437376" y="3657600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Statisztikák: users, listings, views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Technikai stack és biztonság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4005072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155448" cy="15544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46304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536" y="17007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React Router, Axios, Context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12140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2996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9536" y="226771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Express.js, REST API, Multer (képfeltöltés)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688336"/>
            <a:ext cx="155448" cy="1554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259689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9536" y="28346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ingatlanok, felhasználók, üzenetek, kedvencek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255264"/>
            <a:ext cx="155448" cy="1554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316382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9536" y="34015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(Ubuntu), nginx reverse proxy, PM2 process manager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822192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373075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9536" y="396849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— verifikáció, jelszó reset, értesítők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389120"/>
            <a:ext cx="155448" cy="155448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" y="42976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Egyéb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9536" y="453542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 swap fájl, ar mező BIGINT, 50MB nginx limit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914400"/>
            <a:ext cx="3931920" cy="4005072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91440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0058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92040" y="1554480"/>
            <a:ext cx="155448" cy="15544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9" name="Text 27"/>
          <p:cNvSpPr/>
          <p:nvPr/>
        </p:nvSpPr>
        <p:spPr>
          <a:xfrm>
            <a:off x="5157216" y="146304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157216" y="17007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napos lejárat, minden védett API útvonalon middleware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121408"/>
            <a:ext cx="155448" cy="1554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5157216" y="202996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57216" y="226771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rounds: 10 — jelszó sosem olvasható formában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2688336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157216" y="259689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157216" y="28346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XSS, CSP, HSTS, X-Frame-Options fejlécek automatikusan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3255264"/>
            <a:ext cx="155448" cy="1554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5157216" y="316382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157216" y="34015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express-rate-limit: 100 req / 15 perc az /auth útvonalakon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822192"/>
            <a:ext cx="155448" cy="1554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5157216" y="373075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védelem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157216" y="396849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szerepkor ENUM ('user'/'admin'), isSelf check saját fiókon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92040" y="4389120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5157216" y="42976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verifikáció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157216" y="453542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Aktiválás nélkül nem lehet bejelentkezni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C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13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C1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Köszönjük a figyelmet!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4572000" cy="54864"/>
          </a:xfrm>
          <a:prstGeom prst="rect">
            <a:avLst/>
          </a:prstGeom>
          <a:solidFill>
            <a:srgbClr val="0C13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6537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www.ingatlan-projekt.com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15184"/>
            <a:ext cx="128016" cy="128016"/>
          </a:xfrm>
          <a:prstGeom prst="ellipse">
            <a:avLst/>
          </a:prstGeom>
          <a:solidFill>
            <a:srgbClr val="0C132A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4871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Ingatlan kereső &amp; szűrők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2615184"/>
            <a:ext cx="128016" cy="128016"/>
          </a:xfrm>
          <a:prstGeom prst="ellipse">
            <a:avLst/>
          </a:prstGeom>
          <a:solidFill>
            <a:srgbClr val="0C132A"/>
          </a:solidFill>
          <a:ln/>
        </p:spPr>
      </p:sp>
      <p:sp>
        <p:nvSpPr>
          <p:cNvPr id="9" name="Text 7"/>
          <p:cNvSpPr/>
          <p:nvPr/>
        </p:nvSpPr>
        <p:spPr>
          <a:xfrm>
            <a:off x="5065776" y="24871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Részletes oldal + lightbox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128016" cy="128016"/>
          </a:xfrm>
          <a:prstGeom prst="ellipse">
            <a:avLst/>
          </a:prstGeom>
          <a:solidFill>
            <a:srgbClr val="0C132A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907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lépéses hirdetés wizard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035808"/>
            <a:ext cx="128016" cy="128016"/>
          </a:xfrm>
          <a:prstGeom prst="ellipse">
            <a:avLst/>
          </a:prstGeom>
          <a:solidFill>
            <a:srgbClr val="0C132A"/>
          </a:solidFill>
          <a:ln/>
        </p:spPr>
      </p:sp>
      <p:sp>
        <p:nvSpPr>
          <p:cNvPr id="13" name="Text 11"/>
          <p:cNvSpPr/>
          <p:nvPr/>
        </p:nvSpPr>
        <p:spPr>
          <a:xfrm>
            <a:off x="5065776" y="2907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Beépített üzenetrendszer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28016" cy="128016"/>
          </a:xfrm>
          <a:prstGeom prst="ellipse">
            <a:avLst/>
          </a:prstGeom>
          <a:solidFill>
            <a:srgbClr val="0C132A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33284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Kedvencek &amp; értesítések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3456432"/>
            <a:ext cx="128016" cy="128016"/>
          </a:xfrm>
          <a:prstGeom prst="ellipse">
            <a:avLst/>
          </a:prstGeom>
          <a:solidFill>
            <a:srgbClr val="0C132A"/>
          </a:solidFill>
          <a:ln/>
        </p:spPr>
      </p:sp>
      <p:sp>
        <p:nvSpPr>
          <p:cNvPr id="17" name="Text 15"/>
          <p:cNvSpPr/>
          <p:nvPr/>
        </p:nvSpPr>
        <p:spPr>
          <a:xfrm>
            <a:off x="5065776" y="33284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felület (3 tab)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28016" cy="128016"/>
          </a:xfrm>
          <a:prstGeom prst="ellipse">
            <a:avLst/>
          </a:prstGeom>
          <a:solidFill>
            <a:srgbClr val="0C132A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3749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biztonság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877056"/>
            <a:ext cx="128016" cy="128016"/>
          </a:xfrm>
          <a:prstGeom prst="ellipse">
            <a:avLst/>
          </a:prstGeom>
          <a:solidFill>
            <a:srgbClr val="0C132A"/>
          </a:solidFill>
          <a:ln/>
        </p:spPr>
      </p:sp>
      <p:sp>
        <p:nvSpPr>
          <p:cNvPr id="21" name="Text 19"/>
          <p:cNvSpPr/>
          <p:nvPr/>
        </p:nvSpPr>
        <p:spPr>
          <a:xfrm>
            <a:off x="5065776" y="3749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 + MySQL + nginx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22452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www.ingatlan-projekt.com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864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P.V.  ·  S.A.  ·  N.N.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2026-03-08T11:24:58Z</dcterms:created>
  <dcterms:modified xsi:type="dcterms:W3CDTF">2026-03-08T11:24:58Z</dcterms:modified>
</cp:coreProperties>
</file>